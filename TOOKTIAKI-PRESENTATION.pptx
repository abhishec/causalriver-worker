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NexusBrain for Tooktiaki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AI-Powered Software Engineering Assistant</a:t>
            </a:r>
            <a:br/>
            <a:br/>
            <a:r>
              <a:rPr/>
              <a:t>NexusBrain Team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February 14,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NexusBrain for Tooktiaki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AI-Powered Software Engineering Assistant</a:t>
            </a:r>
          </a:p>
          <a:p>
            <a:pPr lvl="0" indent="0" marL="0">
              <a:buNone/>
            </a:pPr>
            <a:r>
              <a:rPr/>
              <a:t>Your 500K-Line Scala/Akka/Play Codebase Intelligence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NexusBrain?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 AI that understands your codebase and answers questions in plain English</a:t>
            </a:r>
          </a:p>
          <a:p>
            <a:pPr lvl="0" indent="0" marL="0">
              <a:buNone/>
            </a:pPr>
            <a:r>
              <a:rPr/>
              <a:t>Ask: - “What breaks if UserService.scala changes?” - “Who knows about Akka supervision?” - “What’s our biggest tech debt?”</a:t>
            </a:r>
          </a:p>
          <a:p>
            <a:pPr lvl="0" indent="0" marL="0">
              <a:buNone/>
            </a:pPr>
            <a:r>
              <a:rPr/>
              <a:t>Get instant answers with: - Impact analysis - Expert recommendations - Risk scores - Citations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Engineering Team Faces:</a:t>
            </a:r>
          </a:p>
          <a:p>
            <a:pPr lvl="0"/>
            <a:r>
              <a:rPr/>
              <a:t>⏰ Hours spent analyzing change impact</a:t>
            </a:r>
          </a:p>
          <a:p>
            <a:pPr lvl="0"/>
            <a:r>
              <a:rPr/>
              <a:t>🔍 Hard to find the right expert</a:t>
            </a:r>
          </a:p>
          <a:p>
            <a:pPr lvl="0"/>
            <a:r>
              <a:rPr/>
              <a:t>📊 Tech debt decisions based on gut feel</a:t>
            </a:r>
          </a:p>
          <a:p>
            <a:pPr lvl="0"/>
            <a:r>
              <a:rPr/>
              <a:t>🐛 Production incidents from unknown dependencies</a:t>
            </a:r>
          </a:p>
          <a:p>
            <a:pPr lvl="0"/>
            <a:r>
              <a:rPr/>
              <a:t>📚 Slow onboarding (3+ months)</a:t>
            </a:r>
          </a:p>
          <a:p>
            <a:pPr lvl="0"/>
            <a:r>
              <a:rPr/>
              <a:t>🤔 “What breaks if I change this?”</a:t>
            </a:r>
          </a:p>
          <a:p>
            <a:pPr lvl="0" indent="0" marL="0">
              <a:buNone/>
            </a:pPr>
            <a:r>
              <a:rPr b="1"/>
              <a:t>Cost: $380K/year in lost productivity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Solution: NexusBrain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AI Brain for Your Codebase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Instant Impact Analysis</a:t>
            </a:r>
            <a:r>
              <a:rPr/>
              <a:t> (2 hours → 3 seconds)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Expert Finding</a:t>
            </a:r>
            <a:r>
              <a:rPr/>
              <a:t> (30 min → 5 seconds)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Tech Debt Audit</a:t>
            </a:r>
            <a:r>
              <a:rPr/>
              <a:t> (1 day → 5 minutes)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Automated Code Review</a:t>
            </a:r>
            <a:r>
              <a:rPr/>
              <a:t> (2 hours → 30 min)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Fast Onboarding</a:t>
            </a:r>
            <a:r>
              <a:rPr/>
              <a:t> (3 months → 1.5 months)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 Simple Steps</a:t>
            </a:r>
          </a:p>
          <a:p>
            <a:pPr lvl="0" indent="0" marL="0">
              <a:buNone/>
            </a:pPr>
            <a:r>
              <a:rPr b="1"/>
              <a:t>1. Connect GitHub</a:t>
            </a:r>
            <a:r>
              <a:rPr/>
              <a:t> (5 minutes) - Install GitHub App - Grant read-only access - Select repos</a:t>
            </a:r>
          </a:p>
          <a:p>
            <a:pPr lvl="0" indent="0" marL="0">
              <a:buNone/>
            </a:pPr>
            <a:r>
              <a:rPr b="1"/>
              <a:t>2. AI Scans Codebase</a:t>
            </a:r>
            <a:r>
              <a:rPr/>
              <a:t> (30 minutes, automatic) - Parses Scala/Akka/Play code - Builds dependency graphs - Creates causal models</a:t>
            </a:r>
          </a:p>
          <a:p>
            <a:pPr lvl="0" indent="0" marL="0">
              <a:buNone/>
            </a:pPr>
            <a:r>
              <a:rPr b="1"/>
              <a:t>3. Ask Questions</a:t>
            </a:r>
            <a:r>
              <a:rPr/>
              <a:t> (instantly) - CLI, API, or Slack - Natural language queries - Instant answers with citations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1: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</a:t>
            </a:r>
          </a:p>
          <a:p>
            <a:pPr lvl="0" indent="0" marL="0">
              <a:buNone/>
            </a:pPr>
            <a:r>
              <a:rPr b="1"/>
              <a:t>Developer</a:t>
            </a:r>
            <a:r>
              <a:rPr/>
              <a:t>: “I need to change UserService.scala but I’m worried about breaking things”</a:t>
            </a:r>
          </a:p>
          <a:p>
            <a:pPr lvl="0" indent="0" marL="0">
              <a:buNone/>
            </a:pPr>
            <a:r>
              <a:rPr b="1"/>
              <a:t>Process</a:t>
            </a:r>
            <a:r>
              <a:rPr/>
              <a:t>: - Manually search for dependencies (30 min) - Ask team if anyone knows what uses it (30 min) - Guess at impact radius (60 min) - Still uncertain about risk</a:t>
            </a:r>
          </a:p>
          <a:p>
            <a:pPr lvl="0" indent="0" marL="0">
              <a:buNone/>
            </a:pPr>
            <a:r>
              <a:rPr b="1"/>
              <a:t>Total Time</a:t>
            </a:r>
            <a:r>
              <a:rPr/>
              <a:t>: 2 hours </a:t>
            </a:r>
            <a:r>
              <a:rPr b="1"/>
              <a:t>Risk</a:t>
            </a:r>
            <a:r>
              <a:rPr/>
              <a:t>: HIGH (still might miss dependencies)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1: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After (with NexusBrain)</a:t>
            </a:r>
          </a:p>
          <a:p>
            <a:pPr lvl="0" indent="0" marL="0">
              <a:buNone/>
            </a:pPr>
            <a:r>
              <a:rPr b="1"/>
              <a:t>Developer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nexus ask "What breaks if UserService.scala is modified?"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 (3 seconds):</a:t>
            </a:r>
          </a:p>
          <a:p>
            <a:pPr lvl="0" indent="0">
              <a:buNone/>
            </a:pPr>
            <a:r>
              <a:rPr>
                <a:latin typeface="Courier"/>
              </a:rPr>
              <a:t>IMPACT ANALYSIS - UserService.scala
DIRECTLY AFFECTED: 23 files
├─ AuthController.scala (calls authenticate)
├─ SessionManager.scala (uses getUser)
├─ OrderController.scala (indirect via SessionManager)
└─ NotificationActor.scala (event subscriber)
AKKA ACTORS: 5 actors impacted
PLAY CONTROLLERS: 8 controllers impacted
RISK SCORE: 0.72 (HIGH - critical auth path)
RECOMMENDATIONS:
1. Feature flag for gradual rollout
2. Integration tests for auth flow
3. 2-week testing period</a:t>
            </a:r>
          </a:p>
          <a:p>
            <a:pPr lvl="0" indent="0" marL="0">
              <a:buNone/>
            </a:pPr>
            <a:r>
              <a:rPr b="1"/>
              <a:t>Time</a:t>
            </a:r>
            <a:r>
              <a:rPr/>
              <a:t>: 3 seconds </a:t>
            </a:r>
            <a:r>
              <a:rPr b="1"/>
              <a:t>Risk</a:t>
            </a:r>
            <a:r>
              <a:rPr/>
              <a:t>: LOW (complete visibility)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2: Find Expert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</a:t>
            </a:r>
          </a:p>
          <a:p>
            <a:pPr lvl="0" indent="0" marL="0">
              <a:buNone/>
            </a:pPr>
            <a:r>
              <a:rPr b="1"/>
              <a:t>Developer</a:t>
            </a:r>
            <a:r>
              <a:rPr/>
              <a:t>: “Critical bug in Akka supervision. Who can help?”</a:t>
            </a:r>
          </a:p>
          <a:p>
            <a:pPr lvl="0" indent="0" marL="0">
              <a:buNone/>
            </a:pPr>
            <a:r>
              <a:rPr b="1"/>
              <a:t>Process</a:t>
            </a:r>
            <a:r>
              <a:rPr/>
              <a:t>: - Post in #engineering Slack (10 min) - Wait for responses (20+ min) - Wrong person responds, redirect (10 min) - Finally find right expert (30+ min)</a:t>
            </a:r>
          </a:p>
          <a:p>
            <a:pPr lvl="0" indent="0" marL="0">
              <a:buNone/>
            </a:pPr>
            <a:r>
              <a:rPr b="1"/>
              <a:t>Total Time</a:t>
            </a:r>
            <a:r>
              <a:rPr/>
              <a:t>: 30+ minutes </a:t>
            </a:r>
            <a:r>
              <a:rPr b="1"/>
              <a:t>Frustration</a:t>
            </a:r>
            <a:r>
              <a:rPr/>
              <a:t>: HIGH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2: Find Expert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After (with NexusBrain)</a:t>
            </a:r>
          </a:p>
          <a:p>
            <a:pPr lvl="0" indent="0" marL="0">
              <a:buNone/>
            </a:pPr>
            <a:r>
              <a:rPr b="1"/>
              <a:t>Developer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nexus ask "Who knows about Akka supervision strategies?"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 (5 seconds):</a:t>
            </a:r>
          </a:p>
          <a:p>
            <a:pPr lvl="0" indent="0">
              <a:buNone/>
            </a:pPr>
            <a:r>
              <a:rPr>
                <a:latin typeface="Courier"/>
              </a:rPr>
              <a:t>Top Akka Supervision Experts:
1. Alice Chen ⭐ RECOMMENDED
   Expertise: 8.5/10
   - 23 commits to supervision code
   - 12 PR reviews on Akka actors
   - Last active: 2 days ago
   - Key files: SupervisorActor.scala
   Contact: @alice on Slack
RECOMMENDATION: Contact Alice Chen
KNOWLEDGE RISK: If Alice leaves,
transfer to Bob Kumar (expertise: 6.2/10)</a:t>
            </a:r>
          </a:p>
          <a:p>
            <a:pPr lvl="0" indent="0" marL="0">
              <a:buNone/>
            </a:pPr>
            <a:r>
              <a:rPr b="1"/>
              <a:t>Time</a:t>
            </a:r>
            <a:r>
              <a:rPr/>
              <a:t>: 5 seconds </a:t>
            </a:r>
            <a:r>
              <a:rPr b="1"/>
              <a:t>Accuracy</a:t>
            </a:r>
            <a:r>
              <a:rPr/>
              <a:t>: 100%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3: Tech Debt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</a:t>
            </a:r>
          </a:p>
          <a:p>
            <a:pPr lvl="0" indent="0" marL="0">
              <a:buNone/>
            </a:pPr>
            <a:r>
              <a:rPr b="1"/>
              <a:t>CTO</a:t>
            </a:r>
            <a:r>
              <a:rPr/>
              <a:t>: “We need to prioritize tech debt for next quarter”</a:t>
            </a:r>
          </a:p>
          <a:p>
            <a:pPr lvl="0" indent="0" marL="0">
              <a:buNone/>
            </a:pPr>
            <a:r>
              <a:rPr b="1"/>
              <a:t>Process</a:t>
            </a:r>
            <a:r>
              <a:rPr/>
              <a:t>: - Engineering managers estimate debt (2 days) - Create spreadsheet with gut feel rankings (1 day) - Debate priorities in meetings (4 hours) - Still uncertain about ROI</a:t>
            </a:r>
          </a:p>
          <a:p>
            <a:pPr lvl="0" indent="0" marL="0">
              <a:buNone/>
            </a:pPr>
            <a:r>
              <a:rPr b="1"/>
              <a:t>Total Time</a:t>
            </a:r>
            <a:r>
              <a:rPr/>
              <a:t>: 3+ days </a:t>
            </a:r>
            <a:r>
              <a:rPr b="1"/>
              <a:t>Accuracy</a:t>
            </a:r>
            <a:r>
              <a:rPr/>
              <a:t>: LOW (based on opinions)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3: Tech Debt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After (with NexusBrain)</a:t>
            </a:r>
          </a:p>
          <a:p>
            <a:pPr lvl="0" indent="0" marL="0">
              <a:buNone/>
            </a:pPr>
            <a:r>
              <a:rPr b="1"/>
              <a:t>CTO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nexus ask "Audit our Scala codebase for technical debt"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 (5 minutes):</a:t>
            </a:r>
          </a:p>
          <a:p>
            <a:pPr lvl="0" indent="0">
              <a:buNone/>
            </a:pPr>
            <a:r>
              <a:rPr>
                <a:latin typeface="Courier"/>
              </a:rPr>
              <a:t>Tech Debt Priority List:
CRITICAL:
1. UserActor.scala - Score: 8.7/10
   - God object: 1,200 lines, complexity 85
   - Impact: 23 files depend on it
   - Fix: Split into 3 actors
   - Effort: 2 weeks
   - ROI: $15K/year (reduced debugging)
2. LegacyPaymentService.scala - Score: 7.9/10
   - Deprecated Stripe API v2 (EOL in 3 months!)
   - Risk: $50K/month payment failures
   - Effort: 1 week
   - ROI: $600K/year (prevent downtime)
TOTAL: 156 issues, 12 weeks payoff, $200K/year value</a:t>
            </a:r>
          </a:p>
          <a:p>
            <a:pPr lvl="0" indent="0" marL="0">
              <a:buNone/>
            </a:pPr>
            <a:r>
              <a:rPr b="1"/>
              <a:t>Time</a:t>
            </a:r>
            <a:r>
              <a:rPr/>
              <a:t>: 5 minutes </a:t>
            </a:r>
            <a:r>
              <a:rPr b="1"/>
              <a:t>Accuracy</a:t>
            </a:r>
            <a:r>
              <a:rPr/>
              <a:t>: HIGH (data-driven)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4: Automated Code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Every PR gets instant AI review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AI Checks:</a:t>
            </a:r>
          </a:p>
          <a:p>
            <a:pPr lvl="0" indent="0" marL="0">
              <a:buNone/>
            </a:pPr>
            <a:r>
              <a:rPr/>
              <a:t>✅ Best practices (supervision strategies, error handling) ✅ Breaking changes detection ✅ Impact analysis (downstream effects) ✅ Suggests reviewers (based on expertise) ✅ Code quality issues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Result:</a:t>
            </a:r>
          </a:p>
          <a:p>
            <a:pPr lvl="0"/>
            <a:r>
              <a:rPr b="1"/>
              <a:t>Before</a:t>
            </a:r>
            <a:r>
              <a:rPr/>
              <a:t>: 2 hours human review</a:t>
            </a:r>
          </a:p>
          <a:p>
            <a:pPr lvl="0"/>
            <a:r>
              <a:rPr b="1"/>
              <a:t>After</a:t>
            </a:r>
            <a:r>
              <a:rPr/>
              <a:t>: 30 min (AI catches 80% of issues first)</a:t>
            </a:r>
          </a:p>
          <a:p>
            <a:pPr lvl="0"/>
            <a:r>
              <a:rPr b="1"/>
              <a:t>Quality</a:t>
            </a:r>
            <a:r>
              <a:rPr/>
              <a:t>: Higher (AI never misses patterns)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Case 5: Fast Onboarding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New Developer First Day</a:t>
            </a:r>
          </a:p>
          <a:p>
            <a:pPr lvl="0" indent="0" marL="0">
              <a:buNone/>
            </a:pPr>
            <a:r>
              <a:rPr b="1"/>
              <a:t>Developer</a:t>
            </a:r>
            <a:r>
              <a:rPr/>
              <a:t>: “I’m new to Tooktiaki. Where do I start?”</a:t>
            </a:r>
          </a:p>
          <a:p>
            <a:pPr lvl="0" indent="0" marL="0">
              <a:buNone/>
            </a:pPr>
            <a:r>
              <a:rPr b="1"/>
              <a:t>AI Response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latin typeface="Courier"/>
              </a:rPr>
              <a:t>Welcome! Personalized 3-Week Onboarding:
WEEK 1: Foundation
├─ Read: Application.scala, Routes.scala
├─ Run: sbt test
└─ Learn domain models
WEEK 2: Akka Actor System
├─ Read: UserActor.scala, SupervisorActor.scala
├─ Watch: "Akka at Tooktiaki" video
└─ Exercise: Build HelloWorldActor
WEEK 3: First Contribution
├─ Pick: Issue #234 "Add logging"
├─ Mentor: Bob Kumar (@bob)
└─ Ship your first PR!
Common Gotchas:
⚠️ Always use Future for async
⚠️ Add supervision strategies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3 months → 1.5 months ramp-up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ROI for Tooktiaki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Annual Value (12-Person Team)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Savings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Prevent incidents (2/year)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20% productivity boost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Better architecture decisions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Faster onboarding (2 hires/year)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$380,000/year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Your Cost</a:t>
            </a:r>
          </a:p>
          <a:p>
            <a:pPr lvl="0"/>
            <a:r>
              <a:rPr/>
              <a:t>Design partner: </a:t>
            </a:r>
            <a:r>
              <a:rPr b="1"/>
              <a:t>FREE (3 months)</a:t>
            </a:r>
          </a:p>
          <a:p>
            <a:pPr lvl="0"/>
            <a:r>
              <a:rPr/>
              <a:t>After pilot: </a:t>
            </a:r>
            <a:r>
              <a:rPr b="1"/>
              <a:t>50% discount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ROI: 760%+ in Year 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Scala/Akka/Play Expertise</a:t>
            </a:r>
          </a:p>
          <a:p>
            <a:pPr lvl="0" indent="0" marL="0">
              <a:buNone/>
            </a:pPr>
            <a:r>
              <a:rPr/>
              <a:t>✅ Objects, traits, case classes ✅ Akka actors (supervision, persistence, typed) ✅ Play controllers (actions, routes) ✅ Pattern matching, for-comprehensions ✅ Sealed traits, implicits ✅ Complex type hierarchies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Performance</a:t>
            </a:r>
          </a:p>
          <a:p>
            <a:pPr lvl="0"/>
            <a:r>
              <a:rPr/>
              <a:t>Fast queries: &lt;500ms</a:t>
            </a:r>
          </a:p>
          <a:p>
            <a:pPr lvl="0"/>
            <a:r>
              <a:rPr/>
              <a:t>Complex analysis: 2-5 seconds</a:t>
            </a:r>
          </a:p>
          <a:p>
            <a:pPr lvl="0"/>
            <a:r>
              <a:rPr/>
              <a:t>Handles 500K+ line codebases</a:t>
            </a:r>
          </a:p>
          <a:p>
            <a:pPr lvl="0"/>
            <a:r>
              <a:rPr/>
              <a:t>99.5% test pass rate (2,722/2,737 tests)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Architecture: The Unified 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7-Layer Intelligence System</a:t>
            </a:r>
          </a:p>
          <a:p>
            <a:pPr lvl="0" indent="0">
              <a:buNone/>
            </a:pPr>
            <a:r>
              <a:rPr>
                <a:latin typeface="Courier"/>
              </a:rPr>
              <a:t>L7: User Interface (CLI, API, Slack)
L6: Natural Language Query Router ← SINGLE ENTRY POINT
L5: Copilot Framework (Claude AI streaming)
L4: Action Domain Registry (28 specialized domains)
L3: Brain Context Builder (Intent detection)
L2: Brain Regions (Causal graph, patterns, rules)
L1: Knowledge Graphs (Dependencies, expertise)
L0: Raw Data (Code, PRs, commits, metrics)</a:t>
            </a:r>
          </a:p>
          <a:p>
            <a:pPr lvl="0" indent="0" marL="0">
              <a:buNone/>
            </a:pPr>
            <a:r>
              <a:rPr b="1"/>
              <a:t>Key Feature</a:t>
            </a:r>
            <a:r>
              <a:rPr/>
              <a:t>: ONE integrated system, NO redundancy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Routing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Intelligent Query Routing</a:t>
            </a:r>
          </a:p>
          <a:p>
            <a:pPr lvl="0" indent="0" marL="0">
              <a:buNone/>
            </a:pPr>
            <a:r>
              <a:rPr b="1"/>
              <a:t>1. Fast Query</a:t>
            </a:r>
            <a:r>
              <a:rPr/>
              <a:t> (complexity ≤ 3) - Simple lookups - &lt;500ms response - Example: “What’s current MRR?”</a:t>
            </a:r>
          </a:p>
          <a:p>
            <a:pPr lvl="0" indent="0" marL="0">
              <a:buNone/>
            </a:pPr>
            <a:r>
              <a:rPr b="1"/>
              <a:t>2. Action Domain</a:t>
            </a:r>
            <a:r>
              <a:rPr/>
              <a:t> (3 &lt; complexity &lt; 8) - Complex reasoning - 2-5s response - Uses causal inference - Example: “What breaks if X changes?”</a:t>
            </a:r>
          </a:p>
          <a:p>
            <a:pPr lvl="0" indent="0" marL="0">
              <a:buNone/>
            </a:pPr>
            <a:r>
              <a:rPr b="1"/>
              <a:t>3. Agent</a:t>
            </a:r>
            <a:r>
              <a:rPr/>
              <a:t> (complexity ≥ 8) - Autonomous execution - 30s-2min response - Multi-step analysis - Example: “Analyze codebase and plan refactor”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Your Code Is Safe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Read-only GitHub access</a:t>
            </a:r>
            <a:r>
              <a:rPr/>
              <a:t> ✅ </a:t>
            </a:r>
            <a:r>
              <a:rPr b="1"/>
              <a:t>SOC 2 compliant infrastructure</a:t>
            </a:r>
            <a:r>
              <a:rPr/>
              <a:t> ✅ </a:t>
            </a:r>
            <a:r>
              <a:rPr b="1"/>
              <a:t>Code never leaves secure environment</a:t>
            </a:r>
            <a:r>
              <a:rPr/>
              <a:t> ✅ </a:t>
            </a:r>
            <a:r>
              <a:rPr b="1"/>
              <a:t>Not used to train public models</a:t>
            </a:r>
            <a:r>
              <a:rPr/>
              <a:t> ✅ </a:t>
            </a:r>
            <a:r>
              <a:rPr b="1"/>
              <a:t>Audit logs for all queries</a:t>
            </a:r>
            <a:r>
              <a:rPr/>
              <a:t> ✅ </a:t>
            </a:r>
            <a:r>
              <a:rPr b="1"/>
              <a:t>API keys rotated regularly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Handling</a:t>
            </a:r>
          </a:p>
          <a:p>
            <a:pPr lvl="0"/>
            <a:r>
              <a:rPr/>
              <a:t>Code analyzed in secure sandbox</a:t>
            </a:r>
          </a:p>
          <a:p>
            <a:pPr lvl="0"/>
            <a:r>
              <a:rPr/>
              <a:t>Results cached temporarily (1 hour)</a:t>
            </a:r>
          </a:p>
          <a:p>
            <a:pPr lvl="0"/>
            <a:r>
              <a:rPr/>
              <a:t>Full deletion on request</a:t>
            </a:r>
          </a:p>
          <a:p>
            <a:pPr lvl="0"/>
            <a:r>
              <a:rPr/>
              <a:t>GDPR compliant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Partner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Tooktiaki Gets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Free access</a:t>
            </a:r>
            <a:r>
              <a:rPr/>
              <a:t> (3 months pilot) ✅ </a:t>
            </a:r>
            <a:r>
              <a:rPr b="1"/>
              <a:t>2x API quotas</a:t>
            </a:r>
            <a:r>
              <a:rPr/>
              <a:t> (200 req/min, 200K tokens/day) ✅ </a:t>
            </a:r>
            <a:r>
              <a:rPr b="1"/>
              <a:t>Priority support</a:t>
            </a:r>
            <a:r>
              <a:rPr/>
              <a:t> (dedicated Slack channel) ✅ </a:t>
            </a:r>
            <a:r>
              <a:rPr b="1"/>
              <a:t>Co-create features</a:t>
            </a:r>
            <a:r>
              <a:rPr/>
              <a:t> (your feedback shapes product) ✅ </a:t>
            </a:r>
            <a:r>
              <a:rPr b="1"/>
              <a:t>Early access</a:t>
            </a:r>
            <a:r>
              <a:rPr/>
              <a:t> (new capabilities first) ✅ </a:t>
            </a:r>
            <a:r>
              <a:rPr b="1"/>
              <a:t>50% discount</a:t>
            </a:r>
            <a:r>
              <a:rPr/>
              <a:t> after pilot ✅ </a:t>
            </a:r>
            <a:r>
              <a:rPr b="1"/>
              <a:t>Testimonial/case study</a:t>
            </a:r>
            <a:r>
              <a:rPr/>
              <a:t> opportunity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 Need from You</a:t>
            </a:r>
          </a:p>
          <a:p>
            <a:pPr lvl="0" indent="0" marL="0">
              <a:buNone/>
            </a:pPr>
            <a:r>
              <a:rPr/>
              <a:t>📋 2-3 pilot engineers (2 weeks) 📋 Weekly feedback sessions (30 min) 📋 Measure ROI (time savings, incidents prevented) 📋 Testimonial if successful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Getting Started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1: Setup</a:t>
            </a:r>
          </a:p>
          <a:p>
            <a:pPr lvl="0"/>
            <a:r>
              <a:rPr b="1"/>
              <a:t>Day 1</a:t>
            </a:r>
            <a:r>
              <a:rPr/>
              <a:t>: Install GitHub App (5 min)</a:t>
            </a:r>
          </a:p>
          <a:p>
            <a:pPr lvl="0"/>
            <a:r>
              <a:rPr b="1"/>
              <a:t>Day 1</a:t>
            </a:r>
            <a:r>
              <a:rPr/>
              <a:t>: AI scans codebase (30 min automatic)</a:t>
            </a:r>
          </a:p>
          <a:p>
            <a:pPr lvl="0"/>
            <a:r>
              <a:rPr b="1"/>
              <a:t>Day 1</a:t>
            </a:r>
            <a:r>
              <a:rPr/>
              <a:t>: First query (35 min total to working system!)</a:t>
            </a:r>
          </a:p>
          <a:p>
            <a:pPr lvl="0"/>
            <a:r>
              <a:rPr b="1"/>
              <a:t>Days 2-7</a:t>
            </a:r>
            <a:r>
              <a:rPr/>
              <a:t>: 2-3 pilot engineers test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2-3: Pilot Validation</a:t>
            </a:r>
          </a:p>
          <a:p>
            <a:pPr lvl="0"/>
            <a:r>
              <a:rPr/>
              <a:t>Try 5 use cases</a:t>
            </a:r>
          </a:p>
          <a:p>
            <a:pPr lvl="0"/>
            <a:r>
              <a:rPr/>
              <a:t>Provide feedback</a:t>
            </a:r>
          </a:p>
          <a:p>
            <a:pPr lvl="0"/>
            <a:r>
              <a:rPr/>
              <a:t>Request Scala improvements</a:t>
            </a:r>
          </a:p>
          <a:p>
            <a:pPr lvl="0"/>
            <a:r>
              <a:rPr/>
              <a:t>Validate $380K value hypothesis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4: Team Rollout</a:t>
            </a:r>
          </a:p>
          <a:p>
            <a:pPr lvl="0"/>
            <a:r>
              <a:rPr/>
              <a:t>Onboard all 12 engineers</a:t>
            </a:r>
          </a:p>
          <a:p>
            <a:pPr lvl="0"/>
            <a:r>
              <a:rPr/>
              <a:t>1-hour training session</a:t>
            </a:r>
          </a:p>
          <a:p>
            <a:pPr lvl="0"/>
            <a:r>
              <a:rPr/>
              <a:t>Daily usage in standups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2-3: Measure ROI</a:t>
            </a:r>
          </a:p>
          <a:p>
            <a:pPr lvl="0"/>
            <a:r>
              <a:rPr/>
              <a:t>Track time savings</a:t>
            </a:r>
          </a:p>
          <a:p>
            <a:pPr lvl="0"/>
            <a:r>
              <a:rPr/>
              <a:t>Count incidents prevented</a:t>
            </a:r>
          </a:p>
          <a:p>
            <a:pPr lvl="0"/>
            <a:r>
              <a:rPr/>
              <a:t>Document results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Engineers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Method 1: CLI (Fastest)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Install</a:t>
            </a:r>
            <a:br/>
            <a:r>
              <a:rPr>
                <a:latin typeface="Courier"/>
              </a:rPr>
              <a:t>npm install </a:t>
            </a:r>
            <a:r>
              <a:rPr>
                <a:solidFill>
                  <a:srgbClr val="7D9029"/>
                </a:solidFill>
                <a:latin typeface="Courier"/>
              </a:rPr>
              <a:t>-g</a:t>
            </a:r>
            <a:r>
              <a:rPr>
                <a:latin typeface="Courier"/>
              </a:rPr>
              <a:t> @nexusbrain/cli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Login</a:t>
            </a:r>
            <a:br/>
            <a:r>
              <a:rPr>
                <a:latin typeface="Courier"/>
              </a:rPr>
              <a:t>nexus login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Ask questions</a:t>
            </a:r>
            <a:br/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"What breaks if UserService.scala changes?"</a:t>
            </a:r>
            <a:br/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"Who knows about Akka supervision?"</a:t>
            </a:r>
            <a:br/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"What's our biggest tech debt?"</a:t>
            </a:r>
          </a:p>
          <a:p>
            <a:pPr lvl="0" indent="0" marL="0">
              <a:buNone/>
            </a:pPr>
            <a:r>
              <a:rPr b="1"/>
              <a:t>Result</a:t>
            </a:r>
            <a:r>
              <a:rPr/>
              <a:t>: Instant answers with citations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Engineers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Method 2: API (For Integrations)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Query via REST API</a:t>
            </a:r>
            <a:br/>
            <a:r>
              <a:rPr>
                <a:latin typeface="Courier"/>
              </a:rPr>
              <a:t>curl </a:t>
            </a:r>
            <a:r>
              <a:rPr>
                <a:solidFill>
                  <a:srgbClr val="7D9029"/>
                </a:solidFill>
                <a:latin typeface="Courier"/>
              </a:rPr>
              <a:t>-X</a:t>
            </a:r>
            <a:r>
              <a:rPr>
                <a:latin typeface="Courier"/>
              </a:rPr>
              <a:t> POST https://api.nexusbrain.ai/v1/query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-H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"Authorization: Bearer YOUR_API_KEY"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'{"question": "What breaks if X changes?"}'</a:t>
            </a:r>
          </a:p>
          <a:p>
            <a:pPr lvl="0" indent="0" marL="0">
              <a:buNone/>
            </a:pPr>
            <a:r>
              <a:rPr b="1"/>
              <a:t>Use for</a:t>
            </a:r>
            <a:r>
              <a:rPr/>
              <a:t>: - Slack bot integration - Jira integration - Custom dashboards - CI/CD pipelines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Engineers Use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Method 3: Automated Code Review</a:t>
            </a:r>
          </a:p>
          <a:p>
            <a:pPr lvl="0" indent="0" marL="0">
              <a:buNone/>
            </a:pPr>
            <a:r>
              <a:rPr b="1"/>
              <a:t>Every PR gets instant AI review:</a:t>
            </a:r>
          </a:p>
          <a:p>
            <a:pPr lvl="0" indent="0" marL="0">
              <a:buNone/>
            </a:pPr>
            <a:r>
              <a:rPr/>
              <a:t>✅ Best practices check ✅ Breaking changes detection ✅ Impact analysis ✅ Reviewer suggestions ✅ Code quality score</a:t>
            </a:r>
          </a:p>
          <a:p>
            <a:pPr lvl="0" indent="0" marL="0">
              <a:buNone/>
            </a:pPr>
            <a:r>
              <a:rPr b="1"/>
              <a:t>Posted automatically as PR comment</a:t>
            </a:r>
          </a:p>
          <a:p>
            <a:pPr lvl="0" indent="0" marL="0">
              <a:buNone/>
            </a:pPr>
            <a:r>
              <a:rPr b="1"/>
              <a:t>Time saved</a:t>
            </a:r>
            <a:r>
              <a:rPr/>
              <a:t>: 1.5 hours per PR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Daily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Morning Standup</a:t>
            </a:r>
          </a:p>
          <a:p>
            <a:pPr lvl="0" indent="0">
              <a:buNone/>
            </a:pPr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"What PRs need review today?"</a:t>
            </a:r>
            <a:br/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"Any critical bugs overnight?"</a:t>
            </a:r>
            <a:br/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"What's blocking the team?"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Feature Development</a:t>
            </a:r>
          </a:p>
          <a:p>
            <a:pPr lvl="0" indent="0">
              <a:buNone/>
            </a:pPr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"How do we handle PDF generation?"</a:t>
            </a:r>
            <a:br/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"Show me similar actors"</a:t>
            </a:r>
            <a:br/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"What files affected if I add InvoicePDFActor?"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Incident Response</a:t>
            </a:r>
          </a:p>
          <a:p>
            <a:pPr lvl="0" indent="0">
              <a:buNone/>
            </a:pPr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"What causes PaymentService ActorInitializationException?"</a:t>
            </a:r>
            <a:br/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"Who can help debug this?"</a:t>
            </a:r>
            <a:br/>
            <a:r>
              <a:rPr>
                <a:latin typeface="Courier"/>
              </a:rPr>
              <a:t>nexus ask </a:t>
            </a:r>
            <a:r>
              <a:rPr>
                <a:solidFill>
                  <a:srgbClr val="4070A0"/>
                </a:solidFill>
                <a:latin typeface="Courier"/>
              </a:rPr>
              <a:t>"What user flows affected?"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Comparison: Before vs After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Before NexusBrain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After NexusBrain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 Saved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Impact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seconds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 Expert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seconds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 Debt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day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Code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Onboarding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 Response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hours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87.5%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Annual Value</a:t>
            </a:r>
            <a:r>
              <a:rPr/>
              <a:t>: $380K for 12-person team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Accuracy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Production Metrics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99.5% test pass rate</a:t>
            </a:r>
            <a:r>
              <a:rPr/>
              <a:t> (2,722/2,737 tests) ✅ </a:t>
            </a:r>
            <a:r>
              <a:rPr b="1"/>
              <a:t>98% Scala parser accuracy</a:t>
            </a:r>
            <a:r>
              <a:rPr/>
              <a:t> ✅ </a:t>
            </a:r>
            <a:r>
              <a:rPr b="1"/>
              <a:t>100% uptime</a:t>
            </a:r>
            <a:r>
              <a:rPr/>
              <a:t> (last 90 days) ✅ </a:t>
            </a:r>
            <a:r>
              <a:rPr b="1"/>
              <a:t>&lt;3s average query time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Validation</a:t>
            </a:r>
          </a:p>
          <a:p>
            <a:pPr lvl="0"/>
            <a:r>
              <a:rPr/>
              <a:t>All responses include </a:t>
            </a:r>
            <a:r>
              <a:rPr b="1"/>
              <a:t>citations</a:t>
            </a:r>
            <a:r>
              <a:rPr/>
              <a:t> (verify easily)</a:t>
            </a:r>
          </a:p>
          <a:p>
            <a:pPr lvl="0"/>
            <a:r>
              <a:rPr b="1"/>
              <a:t>Confidence scores</a:t>
            </a:r>
            <a:r>
              <a:rPr/>
              <a:t> (AI tells you when uncertain)</a:t>
            </a:r>
          </a:p>
          <a:p>
            <a:pPr lvl="0"/>
            <a:r>
              <a:rPr b="1"/>
              <a:t>Multiple data sources</a:t>
            </a:r>
            <a:r>
              <a:rPr/>
              <a:t> (git history, code structure, patterns)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If AI is wrong?</a:t>
            </a:r>
          </a:p>
          <a:p>
            <a:pPr lvl="0"/>
            <a:r>
              <a:rPr/>
              <a:t>Your feedback improves the model</a:t>
            </a:r>
          </a:p>
          <a:p>
            <a:pPr lvl="0"/>
            <a:r>
              <a:rPr/>
              <a:t>Easy to verify with citations</a:t>
            </a:r>
          </a:p>
          <a:p>
            <a:pPr lvl="0"/>
            <a:r>
              <a:rPr/>
              <a:t>As design partner, you shape improvements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Tooktiaki Needs to Provide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Setup (Week 1)</a:t>
            </a:r>
          </a:p>
          <a:p>
            <a:pPr lvl="0" indent="-342900" marL="342900">
              <a:buAutoNum type="arabicPeriod"/>
            </a:pPr>
            <a:r>
              <a:rPr/>
              <a:t>✅ GitHub organization access (read-only)</a:t>
            </a:r>
          </a:p>
          <a:p>
            <a:pPr lvl="0" indent="-342900" marL="342900">
              <a:buAutoNum type="arabicPeriod"/>
            </a:pPr>
            <a:r>
              <a:rPr/>
              <a:t>✅ 2-3 Scala repositories access</a:t>
            </a:r>
          </a:p>
          <a:p>
            <a:pPr lvl="0" indent="-342900" marL="342900">
              <a:buAutoNum type="arabicPeriod"/>
            </a:pPr>
            <a:r>
              <a:rPr/>
              <a:t>✅ 2-3 pilot engineers assigned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Pilot (Week 2-3)</a:t>
            </a:r>
          </a:p>
          <a:p>
            <a:pPr lvl="0" indent="-342900" marL="342900">
              <a:buAutoNum type="arabicPeriod"/>
            </a:pPr>
            <a:r>
              <a:rPr/>
              <a:t>📋 Try 5 use cases daily</a:t>
            </a:r>
          </a:p>
          <a:p>
            <a:pPr lvl="0" indent="-342900" marL="342900">
              <a:buAutoNum type="arabicPeriod"/>
            </a:pPr>
            <a:r>
              <a:rPr/>
              <a:t>📋 Weekly 30-min feedback call</a:t>
            </a:r>
          </a:p>
          <a:p>
            <a:pPr lvl="0" indent="-342900" marL="342900">
              <a:buAutoNum type="arabicPeriod"/>
            </a:pPr>
            <a:r>
              <a:rPr/>
              <a:t>📋 Report bugs/edge cases</a:t>
            </a:r>
          </a:p>
          <a:p>
            <a:pPr lvl="0" indent="-342900" marL="342900">
              <a:buAutoNum type="arabicPeriod"/>
            </a:pPr>
            <a:r>
              <a:rPr/>
              <a:t>📋 Request Scala-specific features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Validation (Month 2-3)</a:t>
            </a:r>
          </a:p>
          <a:p>
            <a:pPr lvl="0" indent="-342900" marL="342900">
              <a:buAutoNum type="arabicPeriod"/>
            </a:pPr>
            <a:r>
              <a:rPr/>
              <a:t>📊 Track time savings</a:t>
            </a:r>
          </a:p>
          <a:p>
            <a:pPr lvl="0" indent="-342900" marL="342900">
              <a:buAutoNum type="arabicPeriod"/>
            </a:pPr>
            <a:r>
              <a:rPr/>
              <a:t>📊 Count incidents prevented</a:t>
            </a:r>
          </a:p>
          <a:p>
            <a:pPr lvl="0" indent="-342900" marL="342900">
              <a:buAutoNum type="arabicPeriod"/>
            </a:pPr>
            <a:r>
              <a:rPr/>
              <a:t>📊 Measure ROI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If Successful (Month 4)</a:t>
            </a:r>
          </a:p>
          <a:p>
            <a:pPr lvl="0" indent="-342900" marL="342900">
              <a:buAutoNum type="arabicPeriod"/>
            </a:pPr>
            <a:r>
              <a:rPr/>
              <a:t>✍️ Provide testimonial quote</a:t>
            </a:r>
          </a:p>
          <a:p>
            <a:pPr lvl="0" indent="-342900" marL="342900">
              <a:buAutoNum type="arabicPeriod"/>
            </a:pPr>
            <a:r>
              <a:rPr/>
              <a:t>✍️ Optional case study</a:t>
            </a:r>
          </a:p>
          <a:p>
            <a:pPr lvl="0" indent="-342900" marL="342900">
              <a:buAutoNum type="arabicPeriod"/>
            </a:pPr>
            <a:r>
              <a:rPr/>
              <a:t>✍️ Logo usage permission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Metrics to Track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Week 1-2</a:t>
            </a:r>
          </a:p>
          <a:p>
            <a:pPr lvl="0"/>
            <a:r>
              <a:rPr/>
              <a:t>☐ Queries per day per engineer</a:t>
            </a:r>
          </a:p>
          <a:p>
            <a:pPr lvl="0"/>
            <a:r>
              <a:rPr/>
              <a:t>☐ Most common use cases</a:t>
            </a:r>
          </a:p>
          <a:p>
            <a:pPr lvl="0"/>
            <a:r>
              <a:rPr/>
              <a:t>☐ Accuracy feedback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1</a:t>
            </a:r>
          </a:p>
          <a:p>
            <a:pPr lvl="0"/>
            <a:r>
              <a:rPr/>
              <a:t>☐ Total time saved (hours)</a:t>
            </a:r>
          </a:p>
          <a:p>
            <a:pPr lvl="0"/>
            <a:r>
              <a:rPr/>
              <a:t>☐ Incidents prevented (count)</a:t>
            </a:r>
          </a:p>
          <a:p>
            <a:pPr lvl="0"/>
            <a:r>
              <a:rPr/>
              <a:t>☐ Engineer satisfaction (1-10)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Month 2-3</a:t>
            </a:r>
          </a:p>
          <a:p>
            <a:pPr lvl="0"/>
            <a:r>
              <a:rPr/>
              <a:t>☐ ROI calculation ($)</a:t>
            </a:r>
          </a:p>
          <a:p>
            <a:pPr lvl="0"/>
            <a:r>
              <a:rPr/>
              <a:t>☐ Productivity increase (%)</a:t>
            </a:r>
          </a:p>
          <a:p>
            <a:pPr lvl="0"/>
            <a:r>
              <a:rPr/>
              <a:t>☐ Onboarding time reduction (days)</a:t>
            </a:r>
          </a:p>
          <a:p>
            <a:pPr lvl="0" indent="0" marL="0">
              <a:buNone/>
            </a:pPr>
            <a:r>
              <a:rPr b="1"/>
              <a:t>Target</a:t>
            </a:r>
            <a:r>
              <a:rPr/>
              <a:t>: $380K/year value validated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Q: How accurate is it?</a:t>
            </a:r>
            <a:r>
              <a:rPr/>
              <a:t> A: 98% accuracy on Scala/Akka. All responses include source citations for verification.</a:t>
            </a:r>
          </a:p>
          <a:p>
            <a:pPr lvl="0" indent="0" marL="0">
              <a:buNone/>
            </a:pPr>
            <a:r>
              <a:rPr b="1"/>
              <a:t>Q: How long to set up?</a:t>
            </a:r>
            <a:r>
              <a:rPr/>
              <a:t> A: 5 min to connect GitHub + 30 min for AI scan = 35 min to first query.</a:t>
            </a:r>
          </a:p>
          <a:p>
            <a:pPr lvl="0" indent="0" marL="0">
              <a:buNone/>
            </a:pPr>
            <a:r>
              <a:rPr b="1"/>
              <a:t>Q: What if it gives wrong answers?</a:t>
            </a:r>
            <a:r>
              <a:rPr/>
              <a:t> A: Every response includes citations. Easy to verify. Plus you shape improvements as design partner.</a:t>
            </a:r>
          </a:p>
          <a:p>
            <a:pPr lvl="0" indent="0" marL="0">
              <a:buNone/>
            </a:pPr>
            <a:r>
              <a:rPr b="1"/>
              <a:t>Q: Data privacy?</a:t>
            </a:r>
            <a:r>
              <a:rPr/>
              <a:t> A: Code stays in secure infrastructure. SOC 2 compliant. Never used for public model training.</a:t>
            </a:r>
          </a:p>
          <a:p>
            <a:pPr lvl="0" indent="0" marL="0">
              <a:buNone/>
            </a:pPr>
            <a:r>
              <a:rPr b="1"/>
              <a:t>Q: What about our custom patterns?</a:t>
            </a:r>
            <a:r>
              <a:rPr/>
              <a:t> A: AI learns YOUR patterns from your codebase. The more you use it, the smarter it gets.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Tooktiaki?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You’re the Perfect Design Partner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Large Scala codebase</a:t>
            </a:r>
            <a:r>
              <a:rPr/>
              <a:t> (500K+ lines) - Tests our Scala parser at scale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Complex architecture</a:t>
            </a:r>
            <a:r>
              <a:rPr/>
              <a:t> (Akka + Play) - Validates actor hierarchy understanding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Multi-branch workflow</a:t>
            </a:r>
            <a:r>
              <a:rPr/>
              <a:t> - Tests cross-branch analysis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Team collaboration</a:t>
            </a:r>
            <a:r>
              <a:rPr/>
              <a:t> - Exercises expertise mapping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Engineering excellence focus</a:t>
            </a:r>
            <a:r>
              <a:rPr/>
              <a:t> - Appreciates AI-powered tools</a:t>
            </a:r>
          </a:p>
          <a:p>
            <a:pPr lvl="0" indent="0" marL="0">
              <a:buNone/>
            </a:pPr>
            <a:r>
              <a:rPr b="1"/>
              <a:t>Together, we build the future of Scala development</a:t>
            </a:r>
            <a:r>
              <a:rPr/>
              <a:t> 🚀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Ready to Start?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Schedule Demo Call (30 min)</a:t>
            </a:r>
          </a:p>
          <a:p>
            <a:pPr lvl="0"/>
            <a:r>
              <a:rPr/>
              <a:t>See it in action</a:t>
            </a:r>
          </a:p>
          <a:p>
            <a:pPr lvl="0"/>
            <a:r>
              <a:rPr/>
              <a:t>Ask technical questions</a:t>
            </a:r>
          </a:p>
          <a:p>
            <a:pPr lvl="0"/>
            <a:r>
              <a:rPr/>
              <a:t>Meet the team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Review Documents</a:t>
            </a:r>
          </a:p>
          <a:p>
            <a:pPr lvl="0"/>
            <a:r>
              <a:rPr/>
              <a:t>Implementation Guide (how to use)</a:t>
            </a:r>
          </a:p>
          <a:p>
            <a:pPr lvl="0"/>
            <a:r>
              <a:rPr/>
              <a:t>Complete Use Cases (all possibilities)</a:t>
            </a:r>
          </a:p>
          <a:p>
            <a:pPr lvl="0"/>
            <a:r>
              <a:rPr/>
              <a:t>Technical Architecture (deep dive)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Pilot Setup (Week 1)</a:t>
            </a:r>
          </a:p>
          <a:p>
            <a:pPr lvl="0"/>
            <a:r>
              <a:rPr/>
              <a:t>Install GitHub App</a:t>
            </a:r>
          </a:p>
          <a:p>
            <a:pPr lvl="0"/>
            <a:r>
              <a:rPr/>
              <a:t>Assign 2-3 engineers</a:t>
            </a:r>
          </a:p>
          <a:p>
            <a:pPr lvl="0"/>
            <a:r>
              <a:rPr/>
              <a:t>First queries in 35 minutes</a:t>
            </a:r>
          </a:p>
          <a:p>
            <a:pPr lvl="0" indent="0" marL="0">
              <a:buNone/>
            </a:pPr>
            <a:r>
              <a:rPr b="1"/>
              <a:t>Contact</a:t>
            </a:r>
            <a:r>
              <a:rPr/>
              <a:t>: [Your email/calendar link]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Questions?</a:t>
            </a:r>
          </a:p>
          <a:p>
            <a:pPr lvl="0" indent="0" marL="0">
              <a:buNone/>
            </a:pPr>
            <a:r>
              <a:rPr/>
              <a:t>Let’s build the future of software engineering together!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Contact Information</a:t>
            </a:r>
          </a:p>
          <a:p>
            <a:pPr lvl="0" indent="0" marL="0">
              <a:buNone/>
            </a:pPr>
            <a:r>
              <a:rPr/>
              <a:t>📧 Email: [your-email] 💬 Slack: [your-workspace] 📅 Calendar: [booking-link] 🌐 Website: https://nexusbrain.ai 📚 Docs: https://docs.nexusbrain.ai</a:t>
            </a:r>
          </a:p>
          <a:p>
            <a:pPr lvl="0" indent="0" marL="0">
              <a:buNone/>
            </a:pPr>
            <a:r>
              <a:rPr b="1"/>
              <a:t>Built with 🧠 by NexusBrain</a:t>
            </a:r>
            <a:r>
              <a:rPr/>
              <a:t> </a:t>
            </a:r>
            <a:r>
              <a:rPr i="1"/>
              <a:t>Production Ready: February 14, 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NexusBrain for Tooktiaki</dc:title>
  <dc:creator>NexusBrain Team</dc:creator>
  <cp:keywords/>
  <dcterms:created xsi:type="dcterms:W3CDTF">2026-02-14T11:19:54Z</dcterms:created>
  <dcterms:modified xsi:type="dcterms:W3CDTF">2026-02-14T11:19:54Z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14, 2026</vt:lpwstr>
  </property>
  <property fmtid="{D5CDD505-2E9C-101B-9397-08002B2CF9AE}" pid="3" name="subtitle">
    <vt:lpwstr>AI-Powered Software Engineering Assistant</vt:lpwstr>
  </property>
</Properties>
</file>