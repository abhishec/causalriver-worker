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NexusBrain Design Partner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Software Engineering Assistant</a:t>
            </a:r>
            <a:br/>
            <a:br/>
            <a:r>
              <a:rPr/>
              <a:t>NexusBrain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NexusBrain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AI-Powered Software Engineering Assistant</a:t>
            </a:r>
          </a:p>
          <a:p>
            <a:pPr lvl="0" indent="0" marL="0">
              <a:buNone/>
            </a:pPr>
            <a:r>
              <a:rPr b="1"/>
              <a:t>Ask questions about your codebase in plain English</a:t>
            </a:r>
            <a:r>
              <a:rPr/>
              <a:t> </a:t>
            </a:r>
            <a:r>
              <a:rPr b="1"/>
              <a:t>Get instant answers with expert-level insights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NexusBrain?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 AI that understands your codebase</a:t>
            </a:r>
          </a:p>
          <a:p>
            <a:pPr lvl="0" indent="0" marL="0">
              <a:buNone/>
            </a:pPr>
            <a:r>
              <a:rPr/>
              <a:t>Ask: - “What breaks if I change this file?” - “Who knows about this system?” - “What technical debt should we fix first?” - “How does this feature work?”</a:t>
            </a:r>
          </a:p>
          <a:p>
            <a:pPr lvl="0" indent="0" marL="0">
              <a:buNone/>
            </a:pPr>
            <a:r>
              <a:rPr/>
              <a:t>Get instant answers with: - Impact analysis - Expert recommendations - Risk scores - Source code citations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Engineering Team Spends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⏰ </a:t>
            </a:r>
            <a:r>
              <a:rPr b="1"/>
              <a:t>2 hours</a:t>
            </a:r>
            <a:r>
              <a:rPr/>
              <a:t> analyzing change impact 🔍 </a:t>
            </a:r>
            <a:r>
              <a:rPr b="1"/>
              <a:t>30 minutes</a:t>
            </a:r>
            <a:r>
              <a:rPr/>
              <a:t> finding the right expert</a:t>
            </a:r>
            <a:br/>
            <a:r>
              <a:rPr/>
              <a:t>📊 </a:t>
            </a:r>
            <a:r>
              <a:rPr b="1"/>
              <a:t>1 day</a:t>
            </a:r>
            <a:r>
              <a:rPr/>
              <a:t> prioritizing tech debt 🐛 </a:t>
            </a:r>
            <a:r>
              <a:rPr b="1"/>
              <a:t>2 hours</a:t>
            </a:r>
            <a:r>
              <a:rPr/>
              <a:t> per code review 📚 </a:t>
            </a:r>
            <a:r>
              <a:rPr b="1"/>
              <a:t>3 months</a:t>
            </a:r>
            <a:r>
              <a:rPr/>
              <a:t> onboarding new engineers</a:t>
            </a:r>
          </a:p>
          <a:p>
            <a:pPr lvl="0" indent="0" marL="0">
              <a:buNone/>
            </a:pPr>
            <a:r>
              <a:rPr b="1"/>
              <a:t>That’s 40+ hours per engineer per month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 NexusBrain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✅ Impact Analysis: </a:t>
            </a:r>
            <a:r>
              <a:rPr b="1"/>
              <a:t>3 seconds</a:t>
            </a:r>
            <a:r>
              <a:rPr/>
              <a:t> (was 2 hours) ✅ Find Expert: </a:t>
            </a:r>
            <a:r>
              <a:rPr b="1"/>
              <a:t>5 seconds</a:t>
            </a:r>
            <a:r>
              <a:rPr/>
              <a:t> (was 30 minutes) ✅ Tech Debt Audit: </a:t>
            </a:r>
            <a:r>
              <a:rPr b="1"/>
              <a:t>5 minutes</a:t>
            </a:r>
            <a:r>
              <a:rPr/>
              <a:t> (was 1 day) ✅ Code Review: </a:t>
            </a:r>
            <a:r>
              <a:rPr b="1"/>
              <a:t>30 minutes</a:t>
            </a:r>
            <a:r>
              <a:rPr/>
              <a:t> (was 2 hours) ✅ Onboarding: </a:t>
            </a:r>
            <a:r>
              <a:rPr b="1"/>
              <a:t>1.5 months</a:t>
            </a:r>
            <a:r>
              <a:rPr/>
              <a:t> (was 3 months)</a:t>
            </a:r>
          </a:p>
          <a:p>
            <a:pPr lvl="0" indent="0" marL="0">
              <a:buNone/>
            </a:pPr>
            <a:r>
              <a:rPr b="1"/>
              <a:t>Save 35+ hours per engineer per month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 Simple Steps</a:t>
            </a:r>
          </a:p>
          <a:p>
            <a:pPr lvl="0" indent="0" marL="0">
              <a:buNone/>
            </a:pPr>
            <a:r>
              <a:rPr b="1"/>
              <a:t>1. Connect</a:t>
            </a:r>
            <a:r>
              <a:rPr/>
              <a:t> (5 minutes) - Install GitHub App - Grant read-only access</a:t>
            </a:r>
          </a:p>
          <a:p>
            <a:pPr lvl="0" indent="0" marL="0">
              <a:buNone/>
            </a:pPr>
            <a:r>
              <a:rPr b="1"/>
              <a:t>2. AI Scans</a:t>
            </a:r>
            <a:r>
              <a:rPr/>
              <a:t> (30 minutes, automatic) - Parses code - Builds knowledge graphs - Learns your patterns</a:t>
            </a:r>
          </a:p>
          <a:p>
            <a:pPr lvl="0" indent="0" marL="0">
              <a:buNone/>
            </a:pPr>
            <a:r>
              <a:rPr b="1"/>
              <a:t>3. Ask Questions</a:t>
            </a:r>
            <a:r>
              <a:rPr/>
              <a:t> (instantly) - Natural language queries - Instant answers with citations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1: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Developer wants to change UserService.scala</a:t>
            </a:r>
          </a:p>
          <a:p>
            <a:pPr lvl="0" indent="0" marL="0">
              <a:buNone/>
            </a:pPr>
            <a:r>
              <a:rPr/>
              <a:t>Process: - Manual dependency search (30 min) - Ask team what uses it (30 min)</a:t>
            </a:r>
            <a:br/>
            <a:r>
              <a:rPr/>
              <a:t>- Guess at impact (60 min)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2 hours </a:t>
            </a:r>
            <a:r>
              <a:rPr b="1"/>
              <a:t>Risk</a:t>
            </a:r>
            <a:r>
              <a:rPr/>
              <a:t>: HIGH (might miss dependencies)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1: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"What breaks if UserService.scala is modified?"</a:t>
            </a:r>
          </a:p>
          <a:p>
            <a:pPr lvl="0" indent="0" marL="0">
              <a:buNone/>
            </a:pPr>
            <a:r>
              <a:rPr b="1"/>
              <a:t>AI Response (3 seconds)</a:t>
            </a:r>
            <a:r>
              <a:rPr/>
              <a:t>: - 23 files directly affected - 5 Akka actors impacted - 8 Play controllers affected - Risk score: 0.72 (HIGH) - Recommendations: Feature flag, integration tests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3 seconds </a:t>
            </a:r>
            <a:r>
              <a:rPr b="1"/>
              <a:t>Risk</a:t>
            </a:r>
            <a:r>
              <a:rPr/>
              <a:t>: LOW (complete visibility)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2: Find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Critical bug in Akka supervision</a:t>
            </a:r>
          </a:p>
          <a:p>
            <a:pPr lvl="0" indent="0" marL="0">
              <a:buNone/>
            </a:pPr>
            <a:r>
              <a:rPr/>
              <a:t>Process: - Post in #engineering Slack (10 min) - Wait for responses (20+ min) - Wrong person responds (10 min)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30+ minutes </a:t>
            </a:r>
            <a:r>
              <a:rPr b="1"/>
              <a:t>Frustration</a:t>
            </a:r>
            <a:r>
              <a:rPr/>
              <a:t>: HIGH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2: Find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"Who knows about Akka supervision strategies?"</a:t>
            </a:r>
          </a:p>
          <a:p>
            <a:pPr lvl="0" indent="0" marL="0">
              <a:buNone/>
            </a:pPr>
            <a:r>
              <a:rPr b="1"/>
              <a:t>AI Response (5 seconds)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Alice Chen ⭐
   Expertise: 8.5/10
   - 23 commits to supervision code
   - Last active: 2 days ago
   Contact: @alice
RECOMMENDATION: Contact Alice Chen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5 seconds </a:t>
            </a:r>
            <a:r>
              <a:rPr b="1"/>
              <a:t>Accuracy</a:t>
            </a:r>
            <a:r>
              <a:rPr/>
              <a:t>: 100%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3: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CTO needs to prioritize tech debt</a:t>
            </a:r>
          </a:p>
          <a:p>
            <a:pPr lvl="0" indent="0" marL="0">
              <a:buNone/>
            </a:pPr>
            <a:r>
              <a:rPr/>
              <a:t>Process: - Managers estimate debt (2 days) - Create spreadsheet (1 day) - Debate priorities (4 hours)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3+ days </a:t>
            </a:r>
            <a:r>
              <a:rPr b="1"/>
              <a:t>Accuracy</a:t>
            </a:r>
            <a:r>
              <a:rPr/>
              <a:t>: LOW (gut feel)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3: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"Audit our codebase for technical debt"</a:t>
            </a:r>
          </a:p>
          <a:p>
            <a:pPr lvl="0" indent="0" marL="0">
              <a:buNone/>
            </a:pPr>
            <a:r>
              <a:rPr b="1"/>
              <a:t>AI Response (5 minutes)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CRITICAL ISSUES:
1. UserActor.scala - Score: 8.7/10
   - 1,200 lines, complexity 85
   - Fix: Split into 3 actors
   - Effort: 2 weeks
2. LegacyPaymentService - Score: 7.9/10
   - Deprecated API (EOL in 3 months!)
   - Effort: 1 week
TOTAL: 156 issues, 12 weeks payoff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4: Automated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 PR gets instant AI analysis</a:t>
            </a:r>
          </a:p>
          <a:p>
            <a:pPr lvl="0" indent="0" marL="0">
              <a:buNone/>
            </a:pPr>
            <a:r>
              <a:rPr/>
              <a:t>Checks: ✅ Best practices ✅ Breaking changes ✅ Impact analysis ✅ Suggests reviewers</a:t>
            </a:r>
          </a:p>
          <a:p>
            <a:pPr lvl="0" indent="0" marL="0">
              <a:buNone/>
            </a:pPr>
            <a:r>
              <a:rPr b="1"/>
              <a:t>Posts comment on PR automatically</a:t>
            </a:r>
          </a:p>
          <a:p>
            <a:pPr lvl="0" indent="0" marL="0">
              <a:buNone/>
            </a:pPr>
            <a:r>
              <a:rPr b="1"/>
              <a:t>Time saved</a:t>
            </a:r>
            <a:r>
              <a:rPr/>
              <a:t>: 75% reduction in review time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5: Fast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Developer First Day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"I'm new to this codebase. Where do I start?"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3-WEEK ONBOARDING PLAN
Week 1: Foundation
- Read: Application.scala, Routes.scala
- Exercise: Add health check endpoint
Week 2: Akka Actor System
- Read: UserActor.scala
- Exercise: Build HelloWorldActor
Week 3: First PR
- Issue #234: "Add logging"
- Mentor: @bob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50% faster onboarding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6: Incident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Production error in PaymentService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"PaymentService throwing ActorInitializationException.
What could cause this?"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ROOT CAUSES (ranked):
1. Database Connection Failure (85%)
   - PR #892 changed DB config (2 days ago)
   - 3 similar incidents before
WHO CAN HELP:
- Alice Chen (expert, online now)
QUICK FIX: Rollback PR #892
BLAST RADIUS: 5,000 users affected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7: Architecture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"Explain how authentication works from login to session"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AUTHENTICATION FLOW:
1. User submits login → LoginController
2. Validate credentials → AuthService
3. Generate JWT token → TokenService
4. Create session → SessionActor
5. Store in Redis
6. Return token to client
[Full flow with all files + diagrams]</a:t>
            </a:r>
          </a:p>
          <a:p>
            <a:pPr lvl="0" indent="0" marL="0">
              <a:buNone/>
            </a:pPr>
            <a:r>
              <a:rPr b="1"/>
              <a:t>Time saved</a:t>
            </a:r>
            <a:r>
              <a:rPr/>
              <a:t>: Hours of code reading → 3 seconds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8: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"Review PR #3456 for issues"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OVERALL: GOOD with minor improvements
⚠️  ISSUES:
Line 89: Synchronous DB call
❌ Blocks actor thread
Fix: Use Future instead
Missing circuit breaker
⚠️  Risk: Cascading failures
[Detailed review + code suggestions]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9: Knowledge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Team member leaving</a:t>
            </a:r>
          </a:p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"Alice is leaving in 6 weeks. Plan knowledge transfer."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KNOWLEDGE TRANSFER PLAN
CRITICAL AREAS:
1. Akka Supervision (Alice only expert)
   Transfer to: Bob
   Time: 4-6 weeks
WEEK-BY-WEEK PLAN:
Week 1: Documentation
Week 2-4: Pair programming
Week 5-6: Validation
SUCCESS: Bob scores 8/10 on quiz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10: Predictive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Query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"What if we refactor authentication to OAuth2?"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OAUTH2 REFACTOR IMPACT
SCOPE: 45 files, 3 teams
EFFORT:
- Backend: 8 weeks
- Frontend: 4 weeks
- TOTAL: 14 weeks
STRATEGY:
Sprint 1-2: Dual auth
Sprint 3-4: Migration
Sprint 5: Cleanup
RISK: HIGH (all login flows)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Currently Supported</a:t>
            </a:r>
            <a:r>
              <a:rPr/>
              <a:t>: - ✅ TypeScript / JavaScript - ✅ Python - ✅ Go - ✅ </a:t>
            </a:r>
            <a:r>
              <a:rPr b="1"/>
              <a:t>Scala</a:t>
            </a:r>
            <a:r>
              <a:rPr/>
              <a:t> (Akka, Play, Pattern matching)</a:t>
            </a:r>
          </a:p>
          <a:p>
            <a:pPr lvl="0" indent="0" marL="0">
              <a:buNone/>
            </a:pPr>
            <a:r>
              <a:rPr b="1"/>
              <a:t>Scala-Specific</a:t>
            </a:r>
            <a:r>
              <a:rPr/>
              <a:t>: - Actor hierarchies - Play routing - Implicits tracking - For-comprehension flow</a:t>
            </a:r>
          </a:p>
          <a:p>
            <a:pPr lvl="0" indent="0" marL="0">
              <a:buNone/>
            </a:pPr>
            <a:r>
              <a:rPr b="1"/>
              <a:t>Performance</a:t>
            </a:r>
            <a:r>
              <a:rPr/>
              <a:t>: 500K+ lines codebases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Natural Language Interface
↓
Query Router (complexity-based)
↓
Brain Context Builder
↓
Knowledge Graphs:
- Dependency graph
- Causal graph
- Expertise graph
- Collaboration graph</a:t>
            </a:r>
          </a:p>
          <a:p>
            <a:pPr lvl="0" indent="0" marL="0">
              <a:buNone/>
            </a:pPr>
            <a:r>
              <a:rPr b="1"/>
              <a:t>ONE unified system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Read-only</a:t>
            </a:r>
            <a:r>
              <a:rPr/>
              <a:t> GitHub access ✅ </a:t>
            </a:r>
            <a:r>
              <a:rPr b="1"/>
              <a:t>SOC 2</a:t>
            </a:r>
            <a:r>
              <a:rPr/>
              <a:t> compliant ✅ Code </a:t>
            </a:r>
            <a:r>
              <a:rPr b="1"/>
              <a:t>never leaves</a:t>
            </a:r>
            <a:r>
              <a:rPr/>
              <a:t> secure environment ✅ </a:t>
            </a:r>
            <a:r>
              <a:rPr b="1"/>
              <a:t>Not used</a:t>
            </a:r>
            <a:r>
              <a:rPr/>
              <a:t> to train public models ✅ </a:t>
            </a:r>
            <a:r>
              <a:rPr b="1"/>
              <a:t>Audit logs</a:t>
            </a:r>
            <a:r>
              <a:rPr/>
              <a:t> for all queries</a:t>
            </a:r>
          </a:p>
          <a:p>
            <a:pPr lvl="0" indent="0" marL="0">
              <a:buNone/>
            </a:pPr>
            <a:r>
              <a:rPr b="1"/>
              <a:t>Your code is safe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Partner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Get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✅ Full platform access ✅ Priority support (dedicated channel) ✅ Co-create features ✅ Early access to new capabilities ✅ Shape product roadmap</a:t>
            </a:r>
          </a:p>
          <a:p>
            <a:pPr lvl="0" indent="0" marL="0">
              <a:buNone/>
            </a:pPr>
            <a:r>
              <a:rPr b="1"/>
              <a:t>What We Need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📋 2-3 pilot engineers (2 weeks) 📋 Weekly feedback (30 min calls) 📋 Measure impact 📋 Optional testimonial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1: Setup</a:t>
            </a:r>
          </a:p>
          <a:p>
            <a:pPr lvl="0"/>
            <a:r>
              <a:rPr/>
              <a:t>Install GitHub App (5 min)</a:t>
            </a:r>
          </a:p>
          <a:p>
            <a:pPr lvl="0"/>
            <a:r>
              <a:rPr/>
              <a:t>AI scans codebase (30 min)</a:t>
            </a:r>
          </a:p>
          <a:p>
            <a:pPr lvl="0"/>
            <a:r>
              <a:rPr/>
              <a:t>First query (35 min total!)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2-3: Pilot</a:t>
            </a:r>
          </a:p>
          <a:p>
            <a:pPr lvl="0"/>
            <a:r>
              <a:rPr/>
              <a:t>Try 5+ use cases</a:t>
            </a:r>
          </a:p>
          <a:p>
            <a:pPr lvl="0"/>
            <a:r>
              <a:rPr/>
              <a:t>Daily usage</a:t>
            </a:r>
          </a:p>
          <a:p>
            <a:pPr lvl="0"/>
            <a:r>
              <a:rPr/>
              <a:t>Provide feedback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4: Decision</a:t>
            </a:r>
          </a:p>
          <a:p>
            <a:pPr lvl="0"/>
            <a:r>
              <a:rPr/>
              <a:t>Review results</a:t>
            </a:r>
          </a:p>
          <a:p>
            <a:pPr lvl="0"/>
            <a:r>
              <a:rPr/>
              <a:t>Measure impact</a:t>
            </a:r>
          </a:p>
          <a:p>
            <a:pPr lvl="0"/>
            <a:r>
              <a:rPr/>
              <a:t>Decide on continued usage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Method 1: CLI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breaks if I change UserService?"</a:t>
            </a:r>
          </a:p>
          <a:p>
            <a:pPr lvl="0" indent="0" marL="0">
              <a:buNone/>
            </a:pPr>
            <a:r>
              <a:rPr b="1"/>
              <a:t>Method 2: API</a:t>
            </a:r>
          </a:p>
          <a:p>
            <a:pPr lvl="0" indent="0">
              <a:buNone/>
            </a:pPr>
            <a:r>
              <a:rPr>
                <a:latin typeface="Courier"/>
              </a:rPr>
              <a:t>curl </a:t>
            </a:r>
            <a:r>
              <a:rPr>
                <a:solidFill>
                  <a:srgbClr val="7D9029"/>
                </a:solidFill>
                <a:latin typeface="Courier"/>
              </a:rPr>
              <a:t>-X</a:t>
            </a:r>
            <a:r>
              <a:rPr>
                <a:latin typeface="Courier"/>
              </a:rPr>
              <a:t> POST https://api.nexusbrain.ai/v1/query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'{"question": "Who knows about supervision?"}'</a:t>
            </a:r>
          </a:p>
          <a:p>
            <a:pPr lvl="0" indent="0" marL="0">
              <a:buNone/>
            </a:pPr>
            <a:r>
              <a:rPr b="1"/>
              <a:t>Method 3: Auto PR Reviews</a:t>
            </a:r>
            <a:r>
              <a:rPr/>
              <a:t> Automatic on every PR submission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vs After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Expert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 Debt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 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99.5% test pass rate</a:t>
            </a:r>
            <a:r>
              <a:rPr/>
              <a:t> (2,722/2,737 tests) ✅ </a:t>
            </a:r>
            <a:r>
              <a:rPr b="1"/>
              <a:t>98% Scala accuracy</a:t>
            </a:r>
            <a:r>
              <a:rPr/>
              <a:t> ✅ </a:t>
            </a:r>
            <a:r>
              <a:rPr b="1"/>
              <a:t>&lt;3s average</a:t>
            </a:r>
            <a:r>
              <a:rPr/>
              <a:t> query time ✅ All responses include </a:t>
            </a:r>
            <a:r>
              <a:rPr b="1"/>
              <a:t>citations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Track During Pilot</a:t>
            </a:r>
            <a:r>
              <a:rPr/>
              <a:t>:</a:t>
            </a:r>
          </a:p>
          <a:p>
            <a:pPr lvl="0" indent="0" marL="0">
              <a:buNone/>
            </a:pPr>
            <a:r>
              <a:rPr b="1"/>
              <a:t>Usage</a:t>
            </a:r>
            <a:r>
              <a:rPr/>
              <a:t>: - Queries per day - Common use cases</a:t>
            </a:r>
          </a:p>
          <a:p>
            <a:pPr lvl="0" indent="0" marL="0">
              <a:buNone/>
            </a:pPr>
            <a:r>
              <a:rPr b="1"/>
              <a:t>Impact</a:t>
            </a:r>
            <a:r>
              <a:rPr/>
              <a:t>: - Time saved - Issues prevented - Onboarding speed</a:t>
            </a:r>
          </a:p>
          <a:p>
            <a:pPr lvl="0" indent="0" marL="0">
              <a:buNone/>
            </a:pPr>
            <a:r>
              <a:rPr b="1"/>
              <a:t>Satisfaction</a:t>
            </a:r>
            <a:r>
              <a:rPr/>
              <a:t>: - Engineer feedback (1-10) - Would-recommend score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How accurate?</a:t>
            </a:r>
            <a:r>
              <a:rPr/>
              <a:t> A: 92-98% accuracy. All responses include citations.</a:t>
            </a:r>
          </a:p>
          <a:p>
            <a:pPr lvl="0" indent="0" marL="0">
              <a:buNone/>
            </a:pPr>
            <a:r>
              <a:rPr b="1"/>
              <a:t>Q: Setup time?</a:t>
            </a:r>
            <a:r>
              <a:rPr/>
              <a:t> A: 35 minutes (5 min + 30 min scan)</a:t>
            </a:r>
          </a:p>
          <a:p>
            <a:pPr lvl="0" indent="0" marL="0">
              <a:buNone/>
            </a:pPr>
            <a:r>
              <a:rPr b="1"/>
              <a:t>Q: Data privacy?</a:t>
            </a:r>
            <a:r>
              <a:rPr/>
              <a:t> A: SOC 2 compliant. Code never leaves secure infrastructure.</a:t>
            </a:r>
          </a:p>
          <a:p>
            <a:pPr lvl="0" indent="0" marL="0">
              <a:buNone/>
            </a:pPr>
            <a:r>
              <a:rPr b="1"/>
              <a:t>Q: Our custom patterns?</a:t>
            </a:r>
            <a:r>
              <a:rPr/>
              <a:t> A: AI learns YOUR patterns from your codebase.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Ready to Start?</a:t>
            </a:r>
          </a:p>
          <a:p>
            <a:pPr lvl="0" indent="-342900" marL="342900">
              <a:buAutoNum type="arabicPeriod"/>
            </a:pPr>
            <a:r>
              <a:rPr b="1"/>
              <a:t>Schedule Demo</a:t>
            </a:r>
            <a:r>
              <a:rPr/>
              <a:t> (30 min)</a:t>
            </a:r>
          </a:p>
          <a:p>
            <a:pPr lvl="1"/>
            <a:r>
              <a:rPr/>
              <a:t>See it in action</a:t>
            </a:r>
          </a:p>
          <a:p>
            <a:pPr lvl="1"/>
            <a:r>
              <a:rPr/>
              <a:t>Ask questions</a:t>
            </a:r>
          </a:p>
          <a:p>
            <a:pPr lvl="0" indent="-342900" marL="342900">
              <a:buAutoNum type="arabicPeriod"/>
            </a:pPr>
            <a:r>
              <a:rPr b="1"/>
              <a:t>Review Documents</a:t>
            </a:r>
          </a:p>
          <a:p>
            <a:pPr lvl="1"/>
            <a:r>
              <a:rPr/>
              <a:t>Implementation guide</a:t>
            </a:r>
          </a:p>
          <a:p>
            <a:pPr lvl="1"/>
            <a:r>
              <a:rPr/>
              <a:t>Use case examples</a:t>
            </a:r>
          </a:p>
          <a:p>
            <a:pPr lvl="0" indent="-342900" marL="342900">
              <a:buAutoNum type="arabicPeriod"/>
            </a:pPr>
            <a:r>
              <a:rPr b="1"/>
              <a:t>Begin Pilot</a:t>
            </a:r>
            <a:r>
              <a:rPr/>
              <a:t> (Week 1)</a:t>
            </a:r>
          </a:p>
          <a:p>
            <a:pPr lvl="1"/>
            <a:r>
              <a:rPr/>
              <a:t>Install GitHub App</a:t>
            </a:r>
          </a:p>
          <a:p>
            <a:pPr lvl="1"/>
            <a:r>
              <a:rPr/>
              <a:t>First queries in 35 min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Let’s build the future of software engineering together!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</a:t>
            </a:r>
          </a:p>
          <a:p>
            <a:pPr lvl="0" indent="0" marL="0">
              <a:buNone/>
            </a:pPr>
            <a:r>
              <a:rPr/>
              <a:t>📧 support@nexusbrain.ai 🌐 https://nexusbrain.ai 📚 https://docs.nexusbrain.ai</a:t>
            </a:r>
          </a:p>
          <a:p>
            <a:pPr lvl="0" indent="0" marL="0">
              <a:buNone/>
            </a:pPr>
            <a:r>
              <a:rPr b="1"/>
              <a:t>Built with 🧠 by NexusBrain Team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NexusBrain Design Partner Program</dc:title>
  <dc:creator>NexusBrain Team</dc:creator>
  <cp:keywords/>
  <dcterms:created xsi:type="dcterms:W3CDTF">2026-02-14T11:52:45Z</dcterms:created>
  <dcterms:modified xsi:type="dcterms:W3CDTF">2026-02-14T11:52:45Z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  <property fmtid="{D5CDD505-2E9C-101B-9397-08002B2CF9AE}" pid="3" name="subtitle">
    <vt:lpwstr>AI-Powered Software Engineering Assistant</vt:lpwstr>
  </property>
</Properties>
</file>